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>
                <a:solidFill>
                  <a:srgbClr val="0EA5E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SENTINAL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The AI co-pilot that predicts patient deterioration</a:t>
            </a:r>
            <a:br/>
            <a:r>
              <a:t>6-8 hours before it happens — running 100% on-device.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99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Edge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599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Privacy-First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599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 Diagnostic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57200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599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AUROC 0.996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Hackathon Pitch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"80% of in-hospital cardiac arrests show warning signs</a:t>
            </a:r>
            <a:br/>
            <a:r>
              <a:t>6-24 hours before — most go undetected."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474720" cy="63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F4444"/>
                </a:solidFill>
                <a:latin typeface="Calibri"/>
              </a:defRPr>
            </a:pPr>
            <a:r>
              <a:t>250K+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preventable in-hospital deaths</a:t>
            </a:r>
            <a:br/>
            <a:r>
              <a:t>annually in the US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297680"/>
            <a:ext cx="29260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ICU nurses monitor 3-6 patients.</a:t>
            </a:r>
            <a:br/>
            <a:r>
              <a:t>Alert fatigue causes missed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377440"/>
            <a:ext cx="347472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9E0B"/>
                </a:solidFill>
                <a:latin typeface="Calibri"/>
              </a:defRPr>
            </a:pPr>
            <a:r>
              <a:t>60M+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429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diabetic patients in India at</a:t>
            </a:r>
            <a:br/>
            <a:r>
              <a:t>risk of foot complications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4297680"/>
            <a:ext cx="29260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85% of amputations were preceded</a:t>
            </a:r>
            <a:br/>
            <a:r>
              <a:t>by a treatable ulcer.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474720" cy="635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43F5E"/>
                </a:solidFill>
                <a:latin typeface="Calibri"/>
              </a:defRPr>
            </a:pPr>
            <a:r>
              <a:t>1.9M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29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neurons lost per minute</a:t>
            </a:r>
            <a:br/>
            <a:r>
              <a:t>during a stroke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297680"/>
            <a:ext cx="29260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480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Rural clinics lack CT reading</a:t>
            </a:r>
            <a:br/>
            <a:r>
              <a:t>expertise for rapid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AI modules. One unified platform. Zero cloud dependency.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6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EA5E9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Calibri"/>
              </a:defRPr>
            </a:pPr>
            <a:r>
              <a:t>VITAL SIGNS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Temporal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12-hr sliding window over 34 clinical features.</a:t>
            </a:r>
            <a:br/>
            <a:r>
              <a:t>Predicts deterioration up to 8 hrs in advance.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84632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737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AUROC: 0.996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474720" cy="635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43F5E"/>
                </a:solidFill>
                <a:latin typeface="Calibri"/>
              </a:defRPr>
            </a:pPr>
            <a:r>
              <a:t>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WOUND GRADER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EfficientNet-B0 + CLIP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Classifies diabetic foot wounds into 4 Wagner grades.</a:t>
            </a:r>
            <a:br/>
            <a:r>
              <a:t>CLIP validation rejects non-medical images.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484632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48737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F1: 0.970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73736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47472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366F1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STROKE 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EfficientNet-B0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Detects hemorrhagic stroke from brain CT scans.</a:t>
            </a:r>
            <a:br/>
            <a:r>
              <a:t>Emergency alert system for positive findings.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846320"/>
            <a:ext cx="1645920" cy="45720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8737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AUROC: 0.982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12648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+ Specialist Recommender   |   + Nearby Hospital Finder   |   + Local LLM Clinical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A5E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From Upload to Action in Under 2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874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74320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743200"/>
            <a:ext cx="173736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37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CSV vitals, photo,</a:t>
            </a:r>
            <a:br/>
            <a:r>
              <a:t>or CT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19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19" y="1874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274320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39" y="2743200"/>
            <a:ext cx="173736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8999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3337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CLIP filters junk;</a:t>
            </a:r>
            <a:br/>
            <a: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874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74320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743200"/>
            <a:ext cx="17373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337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Transformer / CNN</a:t>
            </a:r>
            <a:br/>
            <a:r>
              <a:t>runs locally on-device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39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39" y="1874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59" y="274320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59" y="2743200"/>
            <a:ext cx="17373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3337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Color-coded risk</a:t>
            </a:r>
            <a:br/>
            <a:r>
              <a:t>with confidence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6999" y="18288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6999" y="187451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19" y="2743200"/>
            <a:ext cx="17373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19" y="2743200"/>
            <a:ext cx="1737360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79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REFER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79" y="3337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Specialist + nearby</a:t>
            </a:r>
            <a:br/>
            <a:r>
              <a:t>hospital with map link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029200"/>
            <a:ext cx="10698480" cy="15544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WHY SENTINAL IS DIFFERENT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100% On-Device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No patient data ever</a:t>
            </a:r>
            <a:br/>
            <a:r>
              <a:t>leaves the machine.</a:t>
            </a:r>
            <a:br/>
            <a:r>
              <a:t>HIPAA/DISHA compliant.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Works Offline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After initial setup,</a:t>
            </a:r>
            <a:br/>
            <a:r>
              <a:t>no internet needed</a:t>
            </a:r>
            <a:br/>
            <a:r>
              <a:t>for AI inference.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Consumer Hardware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Runs on laptops.</a:t>
            </a:r>
            <a:br/>
            <a:r>
              <a:t>GPU optional, not</a:t>
            </a:r>
            <a:br/>
            <a:r>
              <a:t>required.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59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Unified Platform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59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Vitals + imaging +</a:t>
            </a:r>
            <a:br/>
            <a:r>
              <a:t>wound care + referral</a:t>
            </a:r>
            <a:br/>
            <a:r>
              <a:t>in one app.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Clinical 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Ollama-powered local</a:t>
            </a:r>
            <a:br/>
            <a:r>
              <a:t>LLM explains results</a:t>
            </a:r>
            <a:br/>
            <a:r>
              <a:t>in plain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Clinical-Grade Performance Across All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6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VITAL SIGNS</a:t>
            </a:r>
            <a:br/>
            <a:r>
              <a:t>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0.996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293K rows</a:t>
            </a:r>
            <a:br/>
            <a:r>
              <a:t>7K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474720" cy="635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65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WOUND GRADING</a:t>
            </a:r>
            <a:br/>
            <a: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97.05%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9,934 images</a:t>
            </a:r>
            <a:br/>
            <a:r>
              <a:t>4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474720" cy="635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65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STROKE DETECTION</a:t>
            </a:r>
            <a:br/>
            <a:r>
              <a:t>AUROC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0.982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2,501 CT scans</a:t>
            </a:r>
            <a:br/>
            <a:r>
              <a:t>Binary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347472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WOUND GRADING</a:t>
            </a:r>
            <a:br/>
            <a:r>
              <a:t>F1 MACRO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0.970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Weighted loss</a:t>
            </a:r>
            <a:br/>
            <a:r>
              <a:t>for imbalance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206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4206240"/>
            <a:ext cx="3474720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434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VITAL SIGNS</a:t>
            </a:r>
            <a:br/>
            <a:r>
              <a:t>SENSITIVITY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88.9%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760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5.4% positive rate</a:t>
            </a:r>
            <a:br/>
            <a:r>
              <a:t>Focal Loss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206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206240"/>
            <a:ext cx="3474720" cy="6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434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STROKE</a:t>
            </a:r>
            <a:br/>
            <a:r>
              <a:t>F1 NORMAL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074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0.940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760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Cosine annealing</a:t>
            </a:r>
            <a:br/>
            <a:r>
              <a:t>25 epochs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0">
                <a:solidFill>
                  <a:srgbClr val="0EA5E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SENTINAL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An AI co-pilot for every ICU and clinic —</a:t>
            </a:r>
            <a:br/>
            <a:r>
              <a:t>running entirely on local hardware, saving lives 24/7.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480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498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 AI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480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4498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AUROC 0.996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480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498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100% On-Device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480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498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&lt; 2s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480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4988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HIPAA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Thank You  • 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Built with PyTorch  •  Streamlit  •  Ollama  •  OpenStreetMap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